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Arial Black" panose="020B0A04020102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8EDDC4-6DC3-4A22-B8D5-9852A7BA7351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56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3854" y="3546763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b="1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9" y="584887"/>
            <a:ext cx="8979243" cy="505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283854" y="3701180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b="1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1283853" y="2610941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523999" y="360666"/>
            <a:ext cx="8979243" cy="2094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descr="A red background with a pattern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283854" y="3333506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4296517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187164" y="679947"/>
            <a:ext cx="9720981" cy="226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A red background with a pattern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1283854" y="3680745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524000" y="4643756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5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284719" y="2805729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187164" y="499409"/>
            <a:ext cx="9720981" cy="226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0" y="6575476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502533" y="972272"/>
            <a:ext cx="11014277" cy="511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502533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60AE70-913B-3B0B-CC76-7ABEB6A5C7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4679-56A3-AB3F-B039-EC13E00ED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3" y="1253331"/>
            <a:ext cx="11014277" cy="462660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07D8BF-E708-08D5-06D3-7387B3CF8C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6460" y="252563"/>
            <a:ext cx="6610350" cy="46355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1800"/>
            </a:lvl1pPr>
            <a:lvl2pPr algn="r">
              <a:defRPr sz="2400"/>
            </a:lvl2pPr>
            <a:lvl3pPr algn="r">
              <a:defRPr sz="20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78E2FE4-2844-F353-023D-6E6C6EEE6DEA}"/>
              </a:ext>
            </a:extLst>
          </p:cNvPr>
          <p:cNvSpPr txBox="1">
            <a:spLocks/>
          </p:cNvSpPr>
          <p:nvPr userDrawn="1"/>
        </p:nvSpPr>
        <p:spPr>
          <a:xfrm>
            <a:off x="0" y="6624904"/>
            <a:ext cx="12109622" cy="307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50" b="1" i="0" spc="0" dirty="0">
                <a:solidFill>
                  <a:schemeClr val="bg1"/>
                </a:solidFill>
                <a:effectLst/>
              </a:rPr>
              <a:t>© 2026 University of Southeastern Philippines |</a:t>
            </a:r>
            <a:r>
              <a:rPr lang="en-US" sz="850" b="0" i="0" spc="0" dirty="0">
                <a:solidFill>
                  <a:schemeClr val="bg1"/>
                </a:solidFill>
                <a:effectLst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lang="en-PH" sz="850" b="0" spc="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ctrTitle"/>
          </p:nvPr>
        </p:nvSpPr>
        <p:spPr>
          <a:xfrm>
            <a:off x="1283854" y="3546763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ctrTitle"/>
          </p:nvPr>
        </p:nvSpPr>
        <p:spPr>
          <a:xfrm>
            <a:off x="1283854" y="3701180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2"/>
          </p:nvPr>
        </p:nvSpPr>
        <p:spPr>
          <a:xfrm>
            <a:off x="1283853" y="2610941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EEBC4-A124-E392-A2AB-BC7D65952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PH" b="1" dirty="0" smtClean="0"/>
              <a:t>OUTLINE</a:t>
            </a:r>
          </a:p>
          <a:p>
            <a:pPr lvl="2"/>
            <a:endParaRPr lang="en-PH" sz="2000" dirty="0" smtClean="0"/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BACKGROUND OF THE STUDY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OBJECTIVES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SIGNIFICANCE OF THE STUDY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LITERATURE REVIEW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METHODOLOGY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RESULTS AND DISCUSSION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CONCLUSION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RECOMMENDATION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REFERENCES</a:t>
            </a:r>
            <a:endParaRPr lang="en-PH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19534-509B-17D7-6B08-C5D3B724B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16628" y="252563"/>
            <a:ext cx="9100181" cy="463550"/>
          </a:xfrm>
        </p:spPr>
        <p:txBody>
          <a:bodyPr/>
          <a:lstStyle/>
          <a:p>
            <a:r>
              <a:rPr lang="en-PH" sz="1200" dirty="0" smtClean="0"/>
              <a:t>INTEGRATED DRAINAGE DELINEATION, POLLUTANT LOAD ASSESSMENT AND DECENTRALIZED WASTEWATER TREATMENT FACILITY SITE SELECTION IN TAGUM MAGUGPO CREEK: A DECISION SUPPORT FRAMEWORK</a:t>
            </a:r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92755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1283854" y="3333506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ubTitle" idx="1"/>
          </p:nvPr>
        </p:nvSpPr>
        <p:spPr>
          <a:xfrm>
            <a:off x="1524000" y="4296517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283854" y="3680745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643756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2"/>
          </p:nvPr>
        </p:nvSpPr>
        <p:spPr>
          <a:xfrm>
            <a:off x="1284719" y="2805729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 Kristian Lou Presente</cp:lastModifiedBy>
  <cp:revision>1</cp:revision>
  <dcterms:modified xsi:type="dcterms:W3CDTF">2026-08-13T01:50:21Z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